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3B82F6"/>
                </a:solidFill>
              </a:rPr>
              <a:t>IS-C · INFORMATION SYSTEMS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ระบบจัดการคลังเวชภัณฑ์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สำหรับสถานพยาบาลที่ให้บริการพนักงาน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45720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92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medstock-his.vercel.app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16636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1645920"/>
            <a:ext cx="1874520" cy="164592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90195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863840" y="263347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Locations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966960" y="1645920"/>
            <a:ext cx="1874520" cy="164592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0" y="190195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966960" y="263347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Web-based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3657600"/>
            <a:ext cx="1874520" cy="164592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91363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D34D"/>
                </a:solidFill>
              </a:rPr>
              <a:t>SHA-256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863840" y="464515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Secured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66960" y="3657600"/>
            <a:ext cx="1874520" cy="164592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0" y="391363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∞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966960" y="464515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Scalable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87171"/>
                </a:solidFill>
              </a:rPr>
              <a:t>ปัญหา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ก่อนมีระบบนี้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0972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539496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5394960" cy="6400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12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463040" y="2450592"/>
            <a:ext cx="4114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517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จดบันทึกด้วยกระดาษและ Excel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ข้อมูลไม่ real-time กระจายอยู่หลายที่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แก้ยาก ค้นหายาก และหายได้ง่าย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39496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011680"/>
            <a:ext cx="5394960" cy="6400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212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23760" y="2450592"/>
            <a:ext cx="4114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6517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ไม่รู้ว่ายาหรือเวชภัณฑ์ใกล้หมด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30175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ต้องเดินนับเองทุกครั้ง เสียเวลา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ของหมดโดยไม่ได้รับแจ้งเตือน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539496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14800"/>
            <a:ext cx="539496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159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463040" y="4553712"/>
            <a:ext cx="4114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548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หลายสาขา ไม่มีข้อมูลรวม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51206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แต่ละที่จัดการแยกกัน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ไม่มีใครเห็นภาพรวมทั้งหมดได้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114800"/>
            <a:ext cx="539496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114800"/>
            <a:ext cx="5394960" cy="64008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3159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223760" y="4553712"/>
            <a:ext cx="4114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7548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ไม่มีประวัติการรับ-จ่าย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46520" y="51206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ไม่รู้ว่าใครเบิกอะไรไปเมื่อไหร่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ตรวจสอบย้อนหลังไม่ได้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</a:rPr>
              <a:t>ทางออก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 HIS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0972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เว็บแอปสำหรับจัดการคลังเวชภัณฑ์แบบ real-time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รองรับหลายสาขา เข้าถึงได้จากทุกอุปกรณ์ที่มี browser ไม่ต้องติดตั้ง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2743200" cy="1481328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6301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Dashboard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9227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ภาพรวม stock + alert ของใกล้หมด + activity 7 วัน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2880360"/>
            <a:ext cx="2743200" cy="1481328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36301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รับยาเข้า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6160" y="39227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รับยาเดิม (scan) หรือเพิ่มยาใหม่ + generate barcode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09360" y="2880360"/>
            <a:ext cx="2743200" cy="1481328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36301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จ่ายยาออก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9227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Scan barcode จ่ายยา ตัดสต็อกอัตโนมัติ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235440" y="2880360"/>
            <a:ext cx="2743200" cy="1481328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418320" y="36301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ค้นหาสต็อก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418320" y="39227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Scan barcode ดูข้อมูลยาและจำนวนคงเหลือ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2743200" cy="1481328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36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🖨️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" y="53218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พิมพ์ Barcode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56144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พิมพ์ label เดี่ยวหรือหลายรายการพร้อมกัน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83280" y="4572000"/>
            <a:ext cx="2743200" cy="1481328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4736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66160" y="53218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ประวัติ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66160" y="56144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ดู transaction ทั้งหมด ค้นหา filter และ export CSV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4572000"/>
            <a:ext cx="2743200" cy="1481328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736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92240" y="53218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ปรับยอดสต็อก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92240" y="56144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นับยอดจริงแล้วปรับ ระบบบันทึก audit trail อัตโนมัติ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35440" y="4572000"/>
            <a:ext cx="2743200" cy="1481328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4736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418320" y="53218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Admin Overview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418320" y="56144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เห็นทุกสาขาในหน้าเดียว รู้ทันทีว่าที่ไหนของใกล้หมด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</a:rPr>
              <a:t>Multi-Location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รองรับทุกสาขา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ในระบบเดียว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10972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06040"/>
            <a:ext cx="2743200" cy="685800"/>
          </a:xfrm>
          <a:prstGeom prst="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8986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788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2606040"/>
            <a:ext cx="2743200" cy="685800"/>
          </a:xfrm>
          <a:prstGeom prst="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28986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767328" y="2788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606040"/>
            <a:ext cx="2743200" cy="685800"/>
          </a:xfrm>
          <a:prstGeom prst="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0528" y="28986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693408" y="2788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35440" y="2606040"/>
            <a:ext cx="2743200" cy="685800"/>
          </a:xfrm>
          <a:prstGeom prst="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36608" y="28986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619488" y="2788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2743200" cy="685800"/>
          </a:xfrm>
          <a:prstGeom prst="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8130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7033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83280" y="3520440"/>
            <a:ext cx="2743200" cy="685800"/>
          </a:xfrm>
          <a:prstGeom prst="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84448" y="38130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767328" y="37033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3520440"/>
            <a:ext cx="2743200" cy="685800"/>
          </a:xfrm>
          <a:prstGeom prst="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38130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693408" y="37033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ACM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35440" y="3520440"/>
            <a:ext cx="2743200" cy="685800"/>
          </a:xfrm>
          <a:prstGeom prst="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36608" y="381304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9619488" y="37033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CGO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498848"/>
            <a:ext cx="10972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451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User Flow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983480"/>
            <a:ext cx="2633472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166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Login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71800" y="518464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83280" y="4983480"/>
            <a:ext cx="2633472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5166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🏥  เลือก Location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97880" y="518464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4983480"/>
            <a:ext cx="2633472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5166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ใช้งาน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23960" y="518464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235440" y="4983480"/>
            <a:ext cx="2633472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0" y="5166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Switch สาขา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59893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ข้อมูลแต่ละสาขาแยกอิสระ  ·  เปลี่ยนสาขาได้ทันทีโดยไม่ต้อง logout  ·  Admin เห็นทุกสาขาพร้อมกัน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CD34D"/>
                </a:solidFill>
              </a:rPr>
              <a:t>สิทธิ์การใช้งาน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User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0972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5394960" cy="4434840"/>
          </a:xfrm>
          <a:prstGeom prst="rect">
            <a:avLst>
              <a:gd name="adj" fmla="val 20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5394960" cy="6400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</a:rPr>
              <a:t>👑  Admin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542032"/>
            <a:ext cx="493776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61488"/>
            <a:ext cx="91440" cy="9144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6883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เข้าถึงได้ทุกฟีเจอร์ในระบบ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18688"/>
            <a:ext cx="91440" cy="9144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455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เพิ่ม / แก้ไข / ปิดบัญชีผู้ใช้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675888"/>
            <a:ext cx="91440" cy="9144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กำหนดสิทธิ์และ location ให้ user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133088"/>
            <a:ext cx="91440" cy="9144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0599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Reset password ผู้ใช้คนอื่นได้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590288"/>
            <a:ext cx="91440" cy="9144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5171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ดู Overview สต็อกทุกสาขารวมกัน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5047488"/>
            <a:ext cx="91440" cy="9144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9743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เพิ่ม / แก้ไข / ปิด Location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1920240"/>
            <a:ext cx="5394960" cy="4434840"/>
          </a:xfrm>
          <a:prstGeom prst="rect">
            <a:avLst>
              <a:gd name="adj" fmla="val 20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920240"/>
            <a:ext cx="5394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0574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BFE"/>
                </a:solidFill>
              </a:rPr>
              <a:t>👤  User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37960" y="2542032"/>
            <a:ext cx="493776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27614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26883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เข้าได้เฉพาะ location ที่ได้รับ assign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0" y="32186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31455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รับยาเข้า / จ่ายยาออก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0" y="36758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812280" y="36027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ค้นหาและดูสต็อก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0" y="41330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40599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พิมพ์ barcode label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0" y="45902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45171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ดูประวัติ transaction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83680" y="504748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812280" y="49743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เปลี่ยน password ตัวเองได้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</a:rPr>
              <a:t>ความปลอดภัย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0972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5394960" cy="1965960"/>
          </a:xfrm>
          <a:prstGeom prst="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5394960" cy="640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 Password Hashing (SHA-256)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493776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97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Password ไม่ถูกเก็บเป็น plaintext ในฐานข้อมูล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ใช้ Web Crypto API hash ใน browser ก่อนส่ง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ระบบ migrate plaintext เก่า → hash อัตโนมัติ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394960" cy="1965960"/>
          </a:xfrm>
          <a:prstGeom prst="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965960"/>
            <a:ext cx="5394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4884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🛡️  Role-based Access Control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2560320"/>
            <a:ext cx="493776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697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Admin กับ User แยกสิทธิ์ชัดเจน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หน้าที่จำกัดจะ redirect กลับหน้าหลักอัตโนมัติ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ไม่สามารถ bypass ได้จาก URL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5394960" cy="1965960"/>
          </a:xfrm>
          <a:prstGeom prst="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60520"/>
            <a:ext cx="5394960" cy="6400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34340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📍  Location Isolation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754880"/>
            <a:ext cx="493776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8920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ทุก query กรอง location_id อัตโนมัติ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User เห็นและแก้ไขได้เฉพาะ location ที่ assign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ข้อมูลสาขาอื่นไม่รั่วไหลข้ามกัน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160520"/>
            <a:ext cx="5394960" cy="1965960"/>
          </a:xfrm>
          <a:prstGeom prst="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160520"/>
            <a:ext cx="539496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34340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⏱️  Session Expiry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754880"/>
            <a:ext cx="493776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920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Remember Me: session หมดอายุใน 12 ชั่วโมง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ไม่ติ๊ก Remember Me: ปิด browser หมดทันที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Logout: ล้าง session ทุกที่ทันที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7E8F9"/>
                </a:solidFill>
              </a:rPr>
              <a:t>ความจุและเสถียรภาพ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Reliability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0972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93392"/>
            <a:ext cx="5394960" cy="1691640"/>
          </a:xfrm>
          <a:prstGeom prst="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3055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2999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รายการยาที่เก็บได้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ใช้จริงไม่ถึง 1%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993392"/>
            <a:ext cx="5394960" cy="1691640"/>
          </a:xfrm>
          <a:prstGeom prst="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3055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2.5M+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92240" y="2999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transactions ที่เก็บได้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2918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บันทึกทุกการรับ-จ่าย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913632"/>
            <a:ext cx="5394960" cy="1691640"/>
          </a:xfrm>
          <a:prstGeom prst="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5079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731520" y="4919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ผู้ใช้พร้อมกัน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เกินพอสำหรับทุกสาขา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3913632"/>
            <a:ext cx="5394960" cy="1691640"/>
          </a:xfrm>
          <a:prstGeom prst="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05079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492240" y="4919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calls/เดือน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52120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ฟรี ไม่มีค่าใช้จ่าย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5870448"/>
            <a:ext cx="11274552" cy="658368"/>
          </a:xfrm>
          <a:prstGeom prst="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✓  ข้อมูลไม่ผิดพลาดแม้ใช้พร้อมกันหลายคน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6217920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Supabase (PostgreSQL) จัดการ concurrent transactions ได้ถูกต้องอัตโนมัติ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</a:rPr>
              <a:t>วิธีใช้งาน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0972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2743200" cy="4160520"/>
          </a:xfrm>
          <a:prstGeom prst="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2743200" cy="64008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12140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58368" y="2779776"/>
            <a:ext cx="233172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260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เปิด Browser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ไปที่ medstock-his.vercel.app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ได้จากทุกอุปกรณ์ — PC, tablet, มือถือ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ไม่ต้องติดตั้งอะไรเพิ่ม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27248" y="4023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83280" y="1965960"/>
            <a:ext cx="2743200" cy="4160520"/>
          </a:xfrm>
          <a:prstGeom prst="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965960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584448" y="212140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584448" y="2779776"/>
            <a:ext cx="233172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29260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84448" y="33375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กรอก username + password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ระบบ hash password ด้วย SHA-256 อัตโนมัติ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เลือก Remember Me ถ้าต้องการ (12 ชั่วโมง)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53328" y="4023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1965960"/>
            <a:ext cx="2743200" cy="4160520"/>
          </a:xfrm>
          <a:prstGeom prst="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965960"/>
            <a:ext cx="2743200" cy="640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212140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510528" y="2779776"/>
            <a:ext cx="233172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29260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เลือก Location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10528" y="33375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เลือกสาขาที่ต้องการทำงาน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ถ้ามีสิทธิ์แค่ที่เดียวจะเข้าอัตโนมัติ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เปลี่ยนสาขาได้ตลอดเวลา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79408" y="4023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235440" y="1965960"/>
            <a:ext cx="2743200" cy="4160520"/>
          </a:xfrm>
          <a:prstGeom prst="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5440" y="1965960"/>
            <a:ext cx="2743200" cy="6400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9" name="Text 27"/>
          <p:cNvSpPr/>
          <p:nvPr/>
        </p:nvSpPr>
        <p:spPr>
          <a:xfrm>
            <a:off x="9436608" y="212140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9436608" y="2779776"/>
            <a:ext cx="233172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36608" y="29260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ใช้งาน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436608" y="33375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รับยา จ่ายยา ดูสต็อก พิมพ์ barcode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ทุกการเปลี่ยนแปลงบันทึก real-time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ดูประวัติและ export CSV ได้ทุกเมื่อ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</a:rPr>
              <a:t>เทคโนโลยี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0972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3657600" cy="1783080"/>
          </a:xfrm>
          <a:prstGeom prst="rect">
            <a:avLst>
              <a:gd name="adj" fmla="val 51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67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⚛️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220370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 + TypeScript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5694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Frontend — type-safe SPA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044952"/>
            <a:ext cx="3200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227832"/>
            <a:ext cx="1353312" cy="201168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227832"/>
            <a:ext cx="1353312" cy="201168"/>
          </a:xfrm>
          <a:prstGeom prst="rect">
            <a:avLst>
              <a:gd name="adj" fmla="val 50000"/>
            </a:avLst>
          </a:prstGeom>
          <a:solidFill>
            <a:srgbClr val="38BDF8">
              <a:alpha val="22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3697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Production Ready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70832" y="1965960"/>
            <a:ext cx="3657600" cy="1783080"/>
          </a:xfrm>
          <a:prstGeom prst="rect">
            <a:avLst>
              <a:gd name="adj" fmla="val 51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2167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30952" y="220370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Tailwind CSS v4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30952" y="25694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UI Styling — utility-first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9432" y="3044952"/>
            <a:ext cx="3200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9432" y="3227832"/>
            <a:ext cx="1353312" cy="201168"/>
          </a:xfrm>
          <a:prstGeom prst="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99432" y="3227832"/>
            <a:ext cx="1353312" cy="201168"/>
          </a:xfrm>
          <a:prstGeom prst="rect">
            <a:avLst>
              <a:gd name="adj" fmla="val 50000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323697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Production Ready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284464" y="1965960"/>
            <a:ext cx="3657600" cy="1783080"/>
          </a:xfrm>
          <a:prstGeom prst="rect">
            <a:avLst>
              <a:gd name="adj" fmla="val 51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13064" y="2167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244584" y="220370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44584" y="25694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Build tool + hot reload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13064" y="3044952"/>
            <a:ext cx="3200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13064" y="3227832"/>
            <a:ext cx="1353312" cy="201168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8513064" y="3227832"/>
            <a:ext cx="1353312" cy="201168"/>
          </a:xfrm>
          <a:prstGeom prst="rect">
            <a:avLst>
              <a:gd name="adj" fmla="val 50000"/>
            </a:avLst>
          </a:prstGeom>
          <a:solidFill>
            <a:srgbClr val="A78BFA">
              <a:alpha val="22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13064" y="323697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Production Ready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3657600" cy="1783080"/>
          </a:xfrm>
          <a:prstGeom prst="rect">
            <a:avLst>
              <a:gd name="adj" fmla="val 51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178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417320" y="421538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Supabase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17320" y="458114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PostgreSQL database + storage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5056632"/>
            <a:ext cx="3200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5239512"/>
            <a:ext cx="1353312" cy="201168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5239512"/>
            <a:ext cx="1353312" cy="201168"/>
          </a:xfrm>
          <a:prstGeom prst="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24865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</a:rPr>
              <a:t>Production Ready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370832" y="3977640"/>
            <a:ext cx="3657600" cy="1783080"/>
          </a:xfrm>
          <a:prstGeom prst="rect">
            <a:avLst>
              <a:gd name="adj" fmla="val 51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9432" y="4178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5330952" y="421538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Vercel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30952" y="458114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Hosting + CI/CD auto-deploy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99432" y="5056632"/>
            <a:ext cx="3200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99432" y="5239512"/>
            <a:ext cx="1353312" cy="201168"/>
          </a:xfrm>
          <a:prstGeom prst="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44" name="Shape 42"/>
          <p:cNvSpPr/>
          <p:nvPr/>
        </p:nvSpPr>
        <p:spPr>
          <a:xfrm>
            <a:off x="4599432" y="5239512"/>
            <a:ext cx="1353312" cy="201168"/>
          </a:xfrm>
          <a:prstGeom prst="rect">
            <a:avLst>
              <a:gd name="adj" fmla="val 50000"/>
            </a:avLst>
          </a:prstGeom>
          <a:solidFill>
            <a:srgbClr val="94A3B8">
              <a:alpha val="22000"/>
            </a:srgbClr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9432" y="524865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Production Ready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284464" y="3977640"/>
            <a:ext cx="3657600" cy="1783080"/>
          </a:xfrm>
          <a:prstGeom prst="rect">
            <a:avLst>
              <a:gd name="adj" fmla="val 51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13064" y="4178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9244584" y="421538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Crypto API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244584" y="458114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SHA-256 hashing — ไม่ต้องใช้ library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13064" y="5056632"/>
            <a:ext cx="3200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13064" y="5239512"/>
            <a:ext cx="1353312" cy="201168"/>
          </a:xfrm>
          <a:prstGeom prst="rect">
            <a:avLst>
              <a:gd name="adj" fmla="val 50000"/>
            </a:avLst>
          </a:prstGeom>
          <a:solidFill>
            <a:srgbClr val="FCD34D"/>
          </a:solidFill>
          <a:ln/>
        </p:spPr>
      </p:sp>
      <p:sp>
        <p:nvSpPr>
          <p:cNvPr id="52" name="Shape 50"/>
          <p:cNvSpPr/>
          <p:nvPr/>
        </p:nvSpPr>
        <p:spPr>
          <a:xfrm>
            <a:off x="8513064" y="5239512"/>
            <a:ext cx="1353312" cy="201168"/>
          </a:xfrm>
          <a:prstGeom prst="rect">
            <a:avLst>
              <a:gd name="adj" fmla="val 50000"/>
            </a:avLst>
          </a:prstGeom>
          <a:solidFill>
            <a:srgbClr val="FCD34D">
              <a:alpha val="22000"/>
            </a:srgbClr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13064" y="524865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D34D"/>
                </a:solidFill>
              </a:rPr>
              <a:t>Production Ready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10972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พร้อมใช้งาน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ตั้งแต่วันนี้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54864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✓  8 Location รองรับครบทุกสาขา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33425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✓  Real-time · ไม่ต้องรอ refresh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736592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✓  เข้าใช้ผ่าน browser ไม่ต้องติดตั้ง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5138928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✓  Admin ดูภาพรวมทุกสาขาพร้อมกัน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5541264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✓  ประวัติครบ export CSV ได้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3749040"/>
            <a:ext cx="5120640" cy="219456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3749040"/>
            <a:ext cx="51206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3886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🌐  เข้าใช้งานได้ที่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42062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medstock-his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.vercel.app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12280" y="5257800"/>
            <a:ext cx="438912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53766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IS-C · Information Systems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2026-06-26T16:32:46Z</dcterms:created>
  <dcterms:modified xsi:type="dcterms:W3CDTF">2026-06-26T16:32:46Z</dcterms:modified>
</cp:coreProperties>
</file>